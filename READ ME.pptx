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d0aa0abbda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d0aa0abbda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0aa0abbda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d0aa0abbda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d0aa0abbda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d0aa0abbda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d0aa0abbda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d0aa0abbda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d0aa0abbda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d0aa0abbda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d0aa0abbda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d0aa0abbda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d0aa0abbda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d0aa0abbda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d0aa0abbda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d0aa0abbda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2801" y="0"/>
            <a:ext cx="6958398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2801" y="0"/>
            <a:ext cx="6958398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4"/>
          <p:cNvSpPr/>
          <p:nvPr/>
        </p:nvSpPr>
        <p:spPr>
          <a:xfrm>
            <a:off x="2396550" y="1718975"/>
            <a:ext cx="4821600" cy="2139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4"/>
          <p:cNvSpPr/>
          <p:nvPr/>
        </p:nvSpPr>
        <p:spPr>
          <a:xfrm>
            <a:off x="2396550" y="1932875"/>
            <a:ext cx="4821600" cy="2139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4"/>
          <p:cNvSpPr/>
          <p:nvPr/>
        </p:nvSpPr>
        <p:spPr>
          <a:xfrm>
            <a:off x="2396550" y="2146775"/>
            <a:ext cx="4821600" cy="2139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4"/>
          <p:cNvSpPr txBox="1"/>
          <p:nvPr/>
        </p:nvSpPr>
        <p:spPr>
          <a:xfrm>
            <a:off x="2396550" y="3544900"/>
            <a:ext cx="4108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DELETE EVERYTHING INSIDE THESE FOLDERS</a:t>
            </a:r>
            <a:endParaRPr sz="1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4" name="Google Shape;7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2801" y="0"/>
            <a:ext cx="6958398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/>
          <p:cNvSpPr/>
          <p:nvPr/>
        </p:nvSpPr>
        <p:spPr>
          <a:xfrm>
            <a:off x="2396550" y="1932875"/>
            <a:ext cx="4821600" cy="2139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5"/>
          <p:cNvSpPr txBox="1"/>
          <p:nvPr/>
        </p:nvSpPr>
        <p:spPr>
          <a:xfrm>
            <a:off x="2396550" y="3626725"/>
            <a:ext cx="4108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OPEN THIS FOLDER</a:t>
            </a:r>
            <a:endParaRPr sz="1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3" name="Google Shape;8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5321" y="0"/>
            <a:ext cx="8173356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6"/>
          <p:cNvSpPr/>
          <p:nvPr/>
        </p:nvSpPr>
        <p:spPr>
          <a:xfrm>
            <a:off x="2082725" y="1519175"/>
            <a:ext cx="5456400" cy="2139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6"/>
          <p:cNvSpPr txBox="1"/>
          <p:nvPr/>
        </p:nvSpPr>
        <p:spPr>
          <a:xfrm>
            <a:off x="2082725" y="2202300"/>
            <a:ext cx="4108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PLACE INVOICE, DOWNLOADED FROM STORE SITE HERE</a:t>
            </a:r>
            <a:endParaRPr sz="1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2" name="Google Shape;9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5321" y="0"/>
            <a:ext cx="8173356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7"/>
          <p:cNvSpPr/>
          <p:nvPr/>
        </p:nvSpPr>
        <p:spPr>
          <a:xfrm>
            <a:off x="592000" y="427775"/>
            <a:ext cx="370800" cy="3168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7"/>
          <p:cNvSpPr txBox="1"/>
          <p:nvPr/>
        </p:nvSpPr>
        <p:spPr>
          <a:xfrm>
            <a:off x="2082725" y="2202300"/>
            <a:ext cx="4108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GO BACK</a:t>
            </a:r>
            <a:endParaRPr sz="1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1" name="Google Shape;10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2801" y="0"/>
            <a:ext cx="6958398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8"/>
          <p:cNvSpPr/>
          <p:nvPr/>
        </p:nvSpPr>
        <p:spPr>
          <a:xfrm>
            <a:off x="2403700" y="3238200"/>
            <a:ext cx="4821600" cy="2139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8"/>
          <p:cNvSpPr txBox="1"/>
          <p:nvPr/>
        </p:nvSpPr>
        <p:spPr>
          <a:xfrm>
            <a:off x="2403700" y="3663675"/>
            <a:ext cx="4108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OPEN THIS FILE,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READ BANNER &amp; PRESS “ENTER”</a:t>
            </a:r>
            <a:endParaRPr sz="1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7075" y="417700"/>
            <a:ext cx="7648925" cy="4308094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9"/>
          <p:cNvSpPr txBox="1"/>
          <p:nvPr/>
        </p:nvSpPr>
        <p:spPr>
          <a:xfrm>
            <a:off x="385150" y="342375"/>
            <a:ext cx="4108500" cy="1293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ON ZEBRA: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-OPEN “ESL” APP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-TAP SEARCH BAR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-ENTER SECOND ADDRESS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110" name="Google Shape;110;p19"/>
          <p:cNvSpPr/>
          <p:nvPr/>
        </p:nvSpPr>
        <p:spPr>
          <a:xfrm>
            <a:off x="2012867" y="4123661"/>
            <a:ext cx="1477200" cy="210900"/>
          </a:xfrm>
          <a:prstGeom prst="rect">
            <a:avLst/>
          </a:prstGeom>
          <a:noFill/>
          <a:ln cap="flat" cmpd="sng" w="384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2950" lIns="122950" spcFirstLastPara="1" rIns="122950" wrap="square" tIns="1229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82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9944" y="0"/>
            <a:ext cx="3884561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20"/>
          <p:cNvSpPr/>
          <p:nvPr/>
        </p:nvSpPr>
        <p:spPr>
          <a:xfrm>
            <a:off x="699000" y="2132650"/>
            <a:ext cx="1055700" cy="2640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20"/>
          <p:cNvSpPr txBox="1"/>
          <p:nvPr/>
        </p:nvSpPr>
        <p:spPr>
          <a:xfrm>
            <a:off x="4572000" y="178325"/>
            <a:ext cx="41085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TAP “ADD” TO INCREMENT AN ITEM’S SCANNED QUANTITY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TAP “REMOVE TO DECREMENT AN ITEM’S SCANNED QUANTITY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118" name="Google Shape;118;p20"/>
          <p:cNvSpPr/>
          <p:nvPr/>
        </p:nvSpPr>
        <p:spPr>
          <a:xfrm>
            <a:off x="665950" y="2976900"/>
            <a:ext cx="3478200" cy="1416900"/>
          </a:xfrm>
          <a:prstGeom prst="rect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0"/>
          <p:cNvSpPr txBox="1"/>
          <p:nvPr/>
        </p:nvSpPr>
        <p:spPr>
          <a:xfrm>
            <a:off x="4572000" y="1947200"/>
            <a:ext cx="4329600" cy="3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9900"/>
                </a:solidFill>
              </a:rPr>
              <a:t>UNIQUE ITEMS: TOTAL NUMBER OF UNIQUE ITEMS ON INVOICE</a:t>
            </a:r>
            <a:endParaRPr sz="1800">
              <a:solidFill>
                <a:srgbClr val="FF99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99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9900"/>
                </a:solidFill>
              </a:rPr>
              <a:t>EXPECTED QUANTITY: TOTAL NUMBER OF ITEMS ON INVOICE</a:t>
            </a:r>
            <a:endParaRPr sz="1800">
              <a:solidFill>
                <a:srgbClr val="FF99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99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9900"/>
                </a:solidFill>
              </a:rPr>
              <a:t>SCANNED QUANTITY: TOTAL NUMBER OF ITEMS SCANNED</a:t>
            </a:r>
            <a:endParaRPr sz="1800">
              <a:solidFill>
                <a:srgbClr val="FF99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99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9900"/>
                </a:solidFill>
              </a:rPr>
              <a:t>MATCHED ITEMS: ITEMS WITH THE PROPER QUANTITY,(SCAN==EXP)</a:t>
            </a:r>
            <a:endParaRPr sz="1800">
              <a:solidFill>
                <a:srgbClr val="FF99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0650" y="88200"/>
            <a:ext cx="3654365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1"/>
          <p:cNvSpPr/>
          <p:nvPr/>
        </p:nvSpPr>
        <p:spPr>
          <a:xfrm>
            <a:off x="2220875" y="2261025"/>
            <a:ext cx="1666500" cy="1818600"/>
          </a:xfrm>
          <a:prstGeom prst="rect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21"/>
          <p:cNvSpPr/>
          <p:nvPr/>
        </p:nvSpPr>
        <p:spPr>
          <a:xfrm>
            <a:off x="504550" y="2261025"/>
            <a:ext cx="1666500" cy="18186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1"/>
          <p:cNvSpPr/>
          <p:nvPr/>
        </p:nvSpPr>
        <p:spPr>
          <a:xfrm>
            <a:off x="471475" y="4122650"/>
            <a:ext cx="3415800" cy="6399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21"/>
          <p:cNvSpPr txBox="1"/>
          <p:nvPr/>
        </p:nvSpPr>
        <p:spPr>
          <a:xfrm>
            <a:off x="4393675" y="577750"/>
            <a:ext cx="41085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SHOWS LAST SCANNED ITEM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SHOWS LAST 15 SCANS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129" name="Google Shape;129;p21"/>
          <p:cNvSpPr txBox="1"/>
          <p:nvPr/>
        </p:nvSpPr>
        <p:spPr>
          <a:xfrm>
            <a:off x="4393675" y="1507950"/>
            <a:ext cx="4493400" cy="37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4"/>
                </a:solidFill>
              </a:rPr>
              <a:t>IMPORT LATEST PDF: CREATES NEW EXCEL BASED ON INPUT PDF, IN CASE PROGRAM STARTED WITH WRONG INVOICE</a:t>
            </a:r>
            <a:endParaRPr sz="1800"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4"/>
                </a:solidFill>
              </a:rPr>
              <a:t>FINALIZE EXCEL: CREATES EXCEL THAT SHOWS DIFFERENCE BETWEEN EXPECTED QUANTITY AND SCANNED QUANTITY</a:t>
            </a:r>
            <a:endParaRPr sz="1800"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4"/>
                </a:solidFill>
              </a:rPr>
              <a:t>SAVE PROGRESS: SAVES SCANNED QUANTITY TO EXCEL. PLEASE MAKE SURE EXCEL ISNT OPEN </a:t>
            </a:r>
            <a:endParaRPr sz="1800"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